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5de516e8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5de516e8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5de516e8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5de516e8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5de516e8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5de516e8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5de516e8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5de516e8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86825" cy="20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500" y="2345950"/>
            <a:ext cx="3353049" cy="26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7949" y="2684175"/>
            <a:ext cx="5123652" cy="228281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5210725" y="260525"/>
            <a:ext cx="395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text editor?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363"/>
            <a:ext cx="9143999" cy="511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37580"/>
            <a:ext cx="9144001" cy="2268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657134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6400" y="0"/>
            <a:ext cx="2967601" cy="142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7720" y="1383670"/>
            <a:ext cx="3926275" cy="7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25"/>
            <a:ext cx="2785549" cy="246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8575" y="157700"/>
            <a:ext cx="3197474" cy="220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650" y="309013"/>
            <a:ext cx="3421349" cy="20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0800" y="2571750"/>
            <a:ext cx="6763199" cy="48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55775" y="3186375"/>
            <a:ext cx="6753500" cy="48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87700" y="3801000"/>
            <a:ext cx="6496624" cy="4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